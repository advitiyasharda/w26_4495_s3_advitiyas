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3200400" y="214884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Door Security System for Elderly Care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97280" y="3063240"/>
            <a:ext cx="2103120" cy="50292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3063240"/>
            <a:ext cx="2103120" cy="50292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2103120" cy="50292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Monitoring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CSIS 4495 Applied Research  |  Final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418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residents in care facilities face serious safety risks from unauthorized access and undetected falls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73152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0195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 systems lack intelligent monitoring — they cannot identify individuals or detect medical emergencies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788920"/>
            <a:ext cx="73152" cy="80467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6207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visitor logs and surveillance are error-prone, expensive, and fail to provide real-time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749040"/>
            <a:ext cx="73152" cy="8046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2219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Privacy-sensitive environments demand on-premises processing — no cloud data transmission acceptable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960120"/>
            <a:ext cx="30632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005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852160" y="1527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adults falls each year in care facilities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2286000"/>
            <a:ext cx="30632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852160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care facilities report security breach concerns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3611880"/>
            <a:ext cx="30632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3657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852160" y="41788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inadequate monitoring in human terms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FaceDoor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privacy-first security platform running entirely on-premises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338328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7432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2011680" cy="36576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registered residents &amp; staff using dlib (89–95% accuracy) with OpenCV HOG fallback. Unknown faces trigger HIGH security alerts instantly.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743200" cy="3383280"/>
          </a:xfrm>
          <a:prstGeom prst="rect">
            <a:avLst/>
          </a:prstGeom>
          <a:solidFill>
            <a:srgbClr val="132338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25880"/>
            <a:ext cx="274320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0040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test 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423160"/>
            <a:ext cx="2011680" cy="36576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2926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system: rules-based analysis (hip height, torso angle, velocity) combined with LSTM neural network trained on real fall datasets.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2743200" cy="3383280"/>
          </a:xfrm>
          <a:prstGeom prst="rect">
            <a:avLst/>
          </a:prstGeom>
          <a:solidFill>
            <a:srgbClr val="132338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325880"/>
            <a:ext cx="2743200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1264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rules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423160"/>
            <a:ext cx="2011680" cy="36576"/>
          </a:xfrm>
          <a:prstGeom prst="rect">
            <a:avLst/>
          </a:prstGeom>
          <a:solidFill>
            <a:srgbClr val="F97316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Monitoring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2926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7-rule anomaly detection: tailgating, wandering, unusual hours, repeated failures, weapon detection via YOLO. Real-time CRITICAL/HIGH/MEDIUM alerts.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FRAMEWORK &amp; TECH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77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61872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 3.11)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single-threaded for OpenCV stability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892808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892808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293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167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store, person registry, audit logs, fall history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523744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523744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60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+ OpenCV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798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face detection, 128-d face encoding, matching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154680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154680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912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33-keypoint pose estimation for fall analysis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785616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785616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8221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059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UR Fall Detection Dataset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4416552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4416552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453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90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&amp; hazard object detection with CLAHE preprocessing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777240"/>
            <a:ext cx="2834640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777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200400" y="1261872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1261872"/>
            <a:ext cx="64008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1536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TypeScript, server-side rendering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1892808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1892808"/>
            <a:ext cx="64008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3337560" y="19293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37560" y="2167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utility-first styling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0" y="2523744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2523744"/>
            <a:ext cx="64008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3337560" y="2560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37560" y="2798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 charts: bar, donut, line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0" y="3154680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0" y="3154680"/>
            <a:ext cx="64008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3337560" y="31912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3756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rewrites /api/* → Flask on port 5001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0" y="3785616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0" y="3785616"/>
            <a:ext cx="64008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3337560" y="38221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337560" y="4059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cards, alert severity filtering, CSV export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0" y="4416552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0" y="4416552"/>
            <a:ext cx="64008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4" name="Text 52"/>
          <p:cNvSpPr/>
          <p:nvPr/>
        </p:nvSpPr>
        <p:spPr>
          <a:xfrm>
            <a:off x="3337560" y="4453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Dashboard Pages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337560" y="4690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Alerts, Logs, Compliance, Falls monitor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72200" y="777240"/>
            <a:ext cx="283464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7" name="Text 55"/>
          <p:cNvSpPr/>
          <p:nvPr/>
        </p:nvSpPr>
        <p:spPr>
          <a:xfrm>
            <a:off x="6172200" y="777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172200" y="1261872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72200" y="1261872"/>
            <a:ext cx="64008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0" name="Text 58"/>
          <p:cNvSpPr/>
          <p:nvPr/>
        </p:nvSpPr>
        <p:spPr>
          <a:xfrm>
            <a:off x="630936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Engine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309360" y="1536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primary (89–95%) → OpenCV fallback (70–80%)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72200" y="1892808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72200" y="1892808"/>
            <a:ext cx="64008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4" name="Text 62"/>
          <p:cNvSpPr/>
          <p:nvPr/>
        </p:nvSpPr>
        <p:spPr>
          <a:xfrm>
            <a:off x="6309360" y="19293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309360" y="2167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+ 7 rule-based threat patterns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72200" y="2523744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172200" y="2523744"/>
            <a:ext cx="64008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8" name="Text 66"/>
          <p:cNvSpPr/>
          <p:nvPr/>
        </p:nvSpPr>
        <p:spPr>
          <a:xfrm>
            <a:off x="6309360" y="2560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Detector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309360" y="2798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Stateful: frame buffers + cooldown across API calls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172200" y="3154680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72200" y="3154680"/>
            <a:ext cx="64008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2" name="Text 70"/>
          <p:cNvSpPr/>
          <p:nvPr/>
        </p:nvSpPr>
        <p:spPr>
          <a:xfrm>
            <a:off x="6309360" y="31912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System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30936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in config.py, overridable via env vars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172200" y="3785616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72200" y="3785616"/>
            <a:ext cx="64008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6" name="Text 74"/>
          <p:cNvSpPr/>
          <p:nvPr/>
        </p:nvSpPr>
        <p:spPr>
          <a:xfrm>
            <a:off x="6309360" y="38221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Auto-calibration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309360" y="4059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optimizer for recognition accuracy tuning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172200" y="4416552"/>
            <a:ext cx="28346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172200" y="4416552"/>
            <a:ext cx="64008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0" name="Text 78"/>
          <p:cNvSpPr/>
          <p:nvPr/>
        </p:nvSpPr>
        <p:spPr>
          <a:xfrm>
            <a:off x="6309360" y="4453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309360" y="4690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on-premises — zero cloud data transmission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2505456"/>
            <a:ext cx="11887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67712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2505456"/>
            <a:ext cx="11887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096512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2505456"/>
            <a:ext cx="11887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925312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2505456"/>
            <a:ext cx="11887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754112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914400" cy="914400"/>
          </a:xfrm>
          <a:prstGeom prst="ellipse">
            <a:avLst/>
          </a:prstGeom>
          <a:solidFill>
            <a:srgbClr val="0077A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03120" y="2011680"/>
            <a:ext cx="914400" cy="9144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031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0" y="2011680"/>
            <a:ext cx="914400" cy="914400"/>
          </a:xfrm>
          <a:prstGeom prst="ellipse">
            <a:avLst/>
          </a:prstGeom>
          <a:solidFill>
            <a:srgbClr val="00B4D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2011680"/>
            <a:ext cx="914400" cy="914400"/>
          </a:xfrm>
          <a:prstGeom prst="ellipse">
            <a:avLst/>
          </a:prstGeom>
          <a:solidFill>
            <a:srgbClr val="0077A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0" y="2011680"/>
            <a:ext cx="914400" cy="91440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70832" y="2944368"/>
            <a:ext cx="457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3401568"/>
            <a:ext cx="41605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0" y="3401568"/>
            <a:ext cx="4572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1874520" y="3703320"/>
            <a:ext cx="731520" cy="68580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37033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3401568"/>
            <a:ext cx="4572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3703320"/>
            <a:ext cx="731520" cy="68580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37033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3401568"/>
            <a:ext cx="4572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9080" y="3703320"/>
            <a:ext cx="731520" cy="68580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7033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3401568"/>
            <a:ext cx="4572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Shape 32"/>
          <p:cNvSpPr/>
          <p:nvPr/>
        </p:nvSpPr>
        <p:spPr>
          <a:xfrm>
            <a:off x="5166360" y="3703320"/>
            <a:ext cx="731520" cy="68580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7033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749040"/>
            <a:ext cx="2468880" cy="640080"/>
          </a:xfrm>
          <a:prstGeom prst="rect">
            <a:avLst/>
          </a:prstGeom>
          <a:solidFill>
            <a:srgbClr val="1A3A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749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On-Premises  |  Zero Cloud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FACE RECOGNITION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868680"/>
            <a:ext cx="64008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face detector locates faces in camera frame using dlib's frontal face detector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187452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1874520"/>
            <a:ext cx="64008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1945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128-dimensional face encoding extracted using dlib's ResNet-based neural network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288036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2880360"/>
            <a:ext cx="64008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200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compared against registered encodings in SQLite database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" y="388620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3886200"/>
            <a:ext cx="64008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206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person → Access Granted. Unknown face → HIGH security alert triggered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914400"/>
            <a:ext cx="30632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60720" y="9875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89–95%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5897880" y="15727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accuracy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60720" y="2286000"/>
            <a:ext cx="30632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60720" y="23591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5897880" y="29443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fallback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3657600"/>
            <a:ext cx="30632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6072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5897880" y="43159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encoding vector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4160520"/>
            <a:ext cx="306324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41605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Auto-fallback: if dlib fails, system seamlessly switches to OpenCV HOG detector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FALL DETECTION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Rules-Based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height drops below threshold (floor proximity)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Torso angle exceeds upright threshold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downward velocity spike detected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landmark confidence scoring via MediaPipe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timer prevents duplicate alerts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thresholds via config.py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22960"/>
            <a:ext cx="4114800" cy="91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LSTM Neural Network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371600"/>
            <a:ext cx="356616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371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400800" y="1417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UR Fall Dataset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MediaPipe body keypoints as input features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697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window: 30-frame sequences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108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detector — maintains frame buffer across API calls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UR Fall Detection Dataset (multi-scenario)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3931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output with CRITICAL alert trigger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THREAT DETECTION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3154680" y="1005840"/>
            <a:ext cx="10972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96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Unrecognized Face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07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individual detected at door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874520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87452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2057400"/>
            <a:ext cx="10972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947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Failed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2585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denied entry attempts by same person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26080"/>
            <a:ext cx="64008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4680" y="3108960"/>
            <a:ext cx="10972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Access Times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310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attempt outside configured operating hours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977640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97764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154680" y="4160520"/>
            <a:ext cx="10972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315468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 Detection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361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individuals entering on single authorization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822960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822960"/>
            <a:ext cx="64008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Shape 28"/>
          <p:cNvSpPr/>
          <p:nvPr/>
        </p:nvSpPr>
        <p:spPr>
          <a:xfrm>
            <a:off x="7635240" y="1005840"/>
            <a:ext cx="10972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896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Wandering Alert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1207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detected outside permitted area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1874520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87452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7635240" y="2057400"/>
            <a:ext cx="109728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63524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1947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Falls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22585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fall events detected for same individual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2926080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92608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7635240" y="3108960"/>
            <a:ext cx="109728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763524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3310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or hazardous object identified via YOLOv8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09160" y="4069080"/>
            <a:ext cx="425196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7" name="Text 45"/>
          <p:cNvSpPr/>
          <p:nvPr/>
        </p:nvSpPr>
        <p:spPr>
          <a:xfrm>
            <a:off x="4800600" y="40690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CLAHE preprocessing for low-light weapon detection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&amp; COMPLIANCE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Today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192024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2316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822960"/>
            <a:ext cx="192024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2084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65960"/>
            <a:ext cx="8595360" cy="51206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965960"/>
            <a:ext cx="64008" cy="5120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116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201168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KPIs, hourly bar chart, access outcome donut, recent event logs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569464"/>
            <a:ext cx="8595360" cy="51206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569464"/>
            <a:ext cx="64008" cy="5120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151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615184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Severity-filtered alert feed — CRITICAL / HIGH / MEDIUM with timestamps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172968"/>
            <a:ext cx="8595360" cy="51206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172968"/>
            <a:ext cx="64008" cy="5120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186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321868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event history with person name, outcome, confidence score, and timestamp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776472"/>
            <a:ext cx="8595360" cy="51206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776472"/>
            <a:ext cx="64008" cy="5120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22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(Audit)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382219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for regulatory reporting — CSV export enabled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379976"/>
            <a:ext cx="8595360" cy="51206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4379976"/>
            <a:ext cx="64008" cy="5120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4256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Monitor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34640" y="442569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confidence history, fall event timeline, detector state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9748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89–95%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(dlib)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69748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Fall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69748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Implemented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697480" cy="9144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1089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Alert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697480" cy="914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31089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3291840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CSV Export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69748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1089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217920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04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98448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350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Threading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59105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face detection causes segfaults in multi-threaded Flask; required single-threaded server mode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048256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048256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848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State Management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23408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detector must maintain frame buffer across stateless HTTP calls; solved with singleton pattern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798064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798064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34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Detection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090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performance degraded in poor lighting; CLAHE preprocessing significantly improved accuracy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547872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547872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5844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38404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distance thresholds are environment-dependent; built auto-calibration tool to optimize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429768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4297680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334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Integration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5902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33-keypoint extraction with real-time camera feed required careful frame timing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804672"/>
            <a:ext cx="420624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804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9160" y="1298448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298448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3350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 is viable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159105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on-premises ML is achievable without sacrificing accuracy — no cloud dependency needed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2048256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048256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0848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strategies matter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46320" y="23408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approach (dlib + OpenCV) ensures system resilience when primary model fails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2798064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798064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834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externalization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0" y="3090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Externalizing all thresholds to config.py made tuning dramatically faster without code changes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547872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547872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5844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ML design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46320" y="38404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pattern for stateful detectors is essential for sequence-based models in REST APIs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09160" y="429768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4297680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4334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builds confidence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46320" y="45902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Auto-populating UI with synthetic data during empty DB was critical for reliable demos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457200"/>
            <a:ext cx="4480560" cy="56692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457200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937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89–95% accuracy, dual-engine, auto-fallback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480560" cy="56692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143000"/>
            <a:ext cx="64008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795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4356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+ 93% LSTM on 33 body keypoints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4480560" cy="56692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828800"/>
            <a:ext cx="64008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8653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Monitoring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1214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7-rule system with real-time CRITICAL alerts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4480560" cy="56692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514600"/>
            <a:ext cx="64008" cy="566928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5511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8072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pages, CSV export, full audit compliance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7315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20" name="Shape 18"/>
          <p:cNvSpPr/>
          <p:nvPr/>
        </p:nvSpPr>
        <p:spPr>
          <a:xfrm>
            <a:off x="5943600" y="178308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212080" y="2560320"/>
            <a:ext cx="3474720" cy="594360"/>
          </a:xfrm>
          <a:prstGeom prst="rect">
            <a:avLst/>
          </a:prstGeom>
          <a:solidFill>
            <a:srgbClr val="1A3A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560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 ·  Private  ·  On-Premises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&amp; full documentation available in GitHub → ReportsAndDocuments/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CSIS 4495 Applied Research  |  FaceDoor Smart Security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FaceDoor - Smart Door Security System</dc:title>
  <dc:subject>PptxGenJS Presentation</dc:subject>
  <dc:creator>CSIS 4495 Applied Research</dc:creator>
  <cp:lastModifiedBy>CSIS 4495 Applied Research</cp:lastModifiedBy>
  <cp:revision>1</cp:revision>
  <dcterms:created xsi:type="dcterms:W3CDTF">2026-04-14T05:25:50Z</dcterms:created>
  <dcterms:modified xsi:type="dcterms:W3CDTF">2026-04-14T05:25:50Z</dcterms:modified>
</cp:coreProperties>
</file>