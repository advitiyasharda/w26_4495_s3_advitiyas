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2" autoAdjust="0"/>
    <p:restoredTop sz="94610"/>
  </p:normalViewPr>
  <p:slideViewPr>
    <p:cSldViewPr snapToGrid="0" snapToObjects="1">
      <p:cViewPr>
        <p:scale>
          <a:sx n="124" d="100"/>
          <a:sy n="124" d="100"/>
        </p:scale>
        <p:origin x="259" y="-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20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FaceDoor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Door Security System for Elderly Care Facilities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743200" y="3154680"/>
            <a:ext cx="3657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Advitiya Sharda  |  Eric Sanjo  |  Reubin Chatta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CSIS 4495 Applied Research  |  Section 003  |  Douglas College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Partner: Door Face Panels — Armin Ghauforian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1/14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2/14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8046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54864" cy="74980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7218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399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1691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Error-prone, expensive 24/7 human monitoring at care facility entry points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8046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194560"/>
            <a:ext cx="54864" cy="74980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340864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Risk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417320" y="2560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are the leading cause of injury in elderly — need real-time detection &amp; alerts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063240"/>
            <a:ext cx="8046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063240"/>
            <a:ext cx="54864" cy="74980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9544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Threats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17320" y="34290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objects at doors require automated detection for resident safety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8046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931920"/>
            <a:ext cx="54864" cy="74980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078224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Compliance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417320" y="4297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compliance required for biometric data in Canadian care facilities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 &amp; Novelty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3/14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2103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residents &amp; staff, log access, deny unknowns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37560" y="13258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32588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46304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336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02336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20440" y="2103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LSTM + rules-based fall detection with alerts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0" y="132588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32588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6304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372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90372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0800" y="21031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YOLO-powered weapon &amp; threat detection at doorway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661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3520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371600" y="3840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3-model AI pipeline for elder care door security on edge hardware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local — privacy by design — no cloud dependency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4/14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087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423160" y="1417320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5087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 Models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0560" y="1417320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5087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37960" y="1417320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5087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2940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28600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434340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40080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6"/>
          <p:cNvSpPr/>
          <p:nvPr/>
        </p:nvSpPr>
        <p:spPr>
          <a:xfrm>
            <a:off x="548640" y="3154680"/>
            <a:ext cx="10972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17"/>
          <p:cNvSpPr/>
          <p:nvPr/>
        </p:nvSpPr>
        <p:spPr>
          <a:xfrm>
            <a:off x="777240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965960" y="31546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 |  Python 3.11  |  Port 5001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3538728"/>
            <a:ext cx="109728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965960" y="35387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 |  React 19  |  Tailwind CSS  |  Port 3000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3922776"/>
            <a:ext cx="10972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3"/>
          <p:cNvSpPr/>
          <p:nvPr/>
        </p:nvSpPr>
        <p:spPr>
          <a:xfrm>
            <a:off x="777240" y="392277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965960" y="392277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(faces)  |  MediaPipe + LSTM (falls)  |  YOLOv8 (objects)  |  Isolation Forest (anomalies)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4306824"/>
            <a:ext cx="109728" cy="2926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4306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965960" y="430682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edge-friendly, zero config, no network overhead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5/14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7764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54864" cy="3246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3.0+ (REST API)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4.9+ (face detection, image processing)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0.10+ (pose landmarks)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(LSTM training)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(YOLOv8 / YOLO26)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(Isolation Forest)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face_recognition / dlib (128-dim encoding)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database)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3977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25880"/>
            <a:ext cx="54864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3.7 (visualizations)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429000"/>
            <a:ext cx="39776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342900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(primary target)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Nano (optional GPU)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GitHub, VS Code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Feature 1: Facial Recognition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6/14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51760" y="13258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ResNet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128-dim vectors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554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0" y="13258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40880" y="1399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 buffer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25603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quality scoring: blur (Laplacian), brightness, minimum 60x60px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 recognition: detects all faces in frame simultaneously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fallback: gradient + histogram encoding when dlib unavailable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Auto-logs access events to database + computes anomaly 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1.0 - (distance / threshold), clamped [0, 1]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Feature 2: Fall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7/14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9776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Rules-Based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PoseLandmarker (33 keypoints)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Height score (weight: 40%)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Torso Angle score (weight: 35%)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Velocity score (weight: 25%)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0.55 confidence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30-frame cooldown prevents duplicates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39776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2588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LSTM Neural Network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URFD dataset (70 videos)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falls + 40 daily activities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LSTM: 64 → 32 units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+ 30% Dropout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30-frame rolling window → binary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preprocessing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245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falls escalation: 2 in 24h → HIGH  |  3+ in 24h → CRITICAL alert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Feature 3: Object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8/14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029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Large (YOLO26)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NMS-free end-to-end  |  640×640 inference  |  CLAHE preprocessing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weapon model fine-tuned on knife/gun datasets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5029200" cy="1554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knife, scissors, bat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SECURITY_THREAT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skateboard, racket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backpack, suitcase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 →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chair, umbrella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person, bottle, cup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760720" y="1325880"/>
            <a:ext cx="29260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1325880"/>
            <a:ext cx="54864" cy="3246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89320" y="182880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confidence thresholds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3-frame consistency check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tracking (2 min → MEDIUM)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confidence smoothing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weapon re-verification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NMS dedup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Feature 4: Threat &amp; Anomaly Detection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9/14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0292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3246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Threat Detection Rules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Unrecognised face → HIGH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failed access in 10 min → HIGH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10 PM – 5 AM → MEDIUM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24h+ inactivity → CRITICAL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exit (wandering) → HIGH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 (2+ people in 15s) → HIGH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falls (2/3+ in 24h) → HIGH/CRITICAL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detected → CRITICAL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325880"/>
            <a:ext cx="29260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32588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89320" y="182880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(scikit-learn)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with cyclical encoding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Hour/day wrap-around awareness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contamination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520440"/>
            <a:ext cx="2926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3520440"/>
            <a:ext cx="54864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Compliance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89320" y="39319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logging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for regulators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Frontend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10/14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435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hourly chart, access donut, recent log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32588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32588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4630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1435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2044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alerts, severity filter (HIGH/CRITICAL)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32588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32588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630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435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Logs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0" y="1828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log with badges, registered people list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274320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274320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8803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2852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confidence bar, detector status, event history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337560" y="274320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337560" y="274320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288036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31920" y="2852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5204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events, category counts, severity breakdown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217920" y="274320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217920" y="274320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88036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12280" y="2852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640080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audit log, CSV export for regulators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1"/>
          <p:cNvSpPr/>
          <p:nvPr/>
        </p:nvSpPr>
        <p:spPr>
          <a:xfrm>
            <a:off x="640080" y="42702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(30s)  |  Demo mode with synthetic data  |  Recharts visualizations  |  Responsive Tailwind UI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11/14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Advitiya Sharda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00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repo management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fixes, bug fixes, merge management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engine (</a:t>
            </a:r>
            <a:r>
              <a:rPr lang="en-US" sz="10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quality scoring, multi-face, smoothing)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compliance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54864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Sanjo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(rules-based + LSTM training on URFD)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(Isolation Forest) &amp; threat detection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3258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325880"/>
            <a:ext cx="54864" cy="3200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Reubin Chatta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0574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 API, endpoints, weapon fine-tuning)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dashboard &amp; analytics page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(KPI cards, alerts, compliance, logs, sidebar, layout)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dashboard UI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YOLOv26 integration &amp; module wiring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Testing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12/14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54864" cy="7498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73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script tests thresholds 0.30–0.80, selects optimal by F1 score. Quality scoring rejects blurry/dark images before encoding.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 (LSTM)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542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URFD test split (20%). Classification report with precision, recall, F1. Confusion matrix analysis. Rules-based validated with live webcam.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5486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4107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testers + live webcam testers for real-time validation. Per-category accuracy checks with confidence threshold tuning.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31920"/>
            <a:ext cx="54864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Demo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2793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Full-flow automated integration tests. Demo tools UI for live testing each module independently. User-facing demo mode with synthetic data.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Lessons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13/14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560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380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on ARM / Windows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163677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cmake + Visual Studio Build Tools; OpenCV fallback engine added as mitigation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039112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039112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488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093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Thread Safety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34440" y="23500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Flask needed to avoid segfaults with OpenCV on Raspberry Pi ARM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752344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752344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6207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2807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Warmup Period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34440" y="30632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frames needed before reliable detection — returns 'no fall' during buffer fill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465576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465576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7530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3520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Tuning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234440" y="3776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false positives vs. false negatives for face recognition required automated calibration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4178808"/>
            <a:ext cx="8229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4178808"/>
            <a:ext cx="54864" cy="6217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28853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34440" y="4233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Doorway Lighting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234440" y="44897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preprocessing critical for backlit/shadowed real-world doorway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Defense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0" y="3154680"/>
            <a:ext cx="3657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3429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github.com/advitiyasharda/W26_4495_S3_AdvitiyaS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Advitiya Sharda  |  Eric Sanjo  |  Reubin Chatta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CSIS 4495  |  Douglas College  |  Section 003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FaceDoor  |  CSIS 4495  |  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1207</Words>
  <Application>Microsoft Office PowerPoint</Application>
  <PresentationFormat>On-screen Show (16:9)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FaceDoor — Smart Door Security System</dc:title>
  <dc:subject>PptxGenJS Presentation</dc:subject>
  <dc:creator>Advitiya Sharda, Eric Sanjo, Reubin Chatta</dc:creator>
  <cp:lastModifiedBy>Advitiya Sharda</cp:lastModifiedBy>
  <cp:revision>2</cp:revision>
  <dcterms:created xsi:type="dcterms:W3CDTF">2026-04-14T19:27:40Z</dcterms:created>
  <dcterms:modified xsi:type="dcterms:W3CDTF">2026-04-14T19:45:22Z</dcterms:modified>
</cp:coreProperties>
</file>